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9B20C2-F35E-415E-B83F-244E599EA1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550161-5AB5-4E58-BC7B-550A3B72CF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007DBE-5956-4384-B5BD-A2FB82FABB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0C7A18-B6BA-44E7-8788-AD14A9069A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7F68C7-2BC2-477D-B6DC-D96F8D4F2B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181113-3FC9-41FB-8600-B218D37A91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A52AAE-ACFD-46CC-89E6-A94CA2131B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9A8969-800B-4075-A9CC-2F3654377D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08BE47-7519-46F5-B679-F89DFBEDD6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E53350-49D3-4F52-9DC9-146B8DF3EC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55A3CD-B9C5-4468-A134-63A313C3227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204317-704F-4AE4-BFEF-DF314094F8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8E599E-BE18-4014-A5DA-88F3128B68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D9380A-A140-45BA-AA37-D520CA065F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A3A17E-6D59-4723-B90D-4A854D7B23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34850D-DBD3-4AFF-A8C9-8C37B7494D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AF9597-F5C9-42DE-83D7-CD51186180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588488-8EA4-41BC-A112-44575CBFB7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B1ABCD-C883-4A6F-B9BE-2E125F5DEE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5AAB67-6826-4A15-AEDF-F8333BE234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25871A-9F0C-4336-940F-4E26E6007B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519796-6F31-459A-BA62-F13ADF4528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DC8259-3830-4B0B-A6D1-ABC085A543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3C6328-01B6-44B3-A750-33CB480893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70E8EE-83D3-4A20-B33B-68F9D6C7418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2C0C3F6-0FD9-4666-A888-A4421046CDC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Customer Satisfaction Prediction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8b8b8b"/>
                </a:solidFill>
                <a:latin typeface="Calibri"/>
              </a:rPr>
              <a:t>Machine Learning Project Presentation</a:t>
            </a:r>
            <a:endParaRPr b="0" lang="en-IN" sz="3200" spc="-1" strike="noStrike"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8b8b8b"/>
                </a:solidFill>
                <a:latin typeface="Calibri"/>
              </a:rPr>
              <a:t>Your Name</a:t>
            </a:r>
            <a:endParaRPr b="0" lang="en-IN" sz="3200" spc="-1" strike="noStrike"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8b8b8b"/>
                </a:solidFill>
                <a:latin typeface="Calibri"/>
              </a:rPr>
              <a:t>2026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Introduction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Customer satisfaction is crucial for business success.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Predicting satisfaction helps reduce churn.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Machine Learning can analyze patterns in customer data.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Problem Statement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Manual analysis is time-consuming.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Businesses struggle to identify unhappy customers.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Need an automated prediction system.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Dataset Description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Ticket ID, Customer Age, Gender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Product Purchased, Ticket Type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Purchase Date, Issue Category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Target Variable: Satisfaction (Satisfied/Unsatisfied)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 Preprocessing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Handled missing values.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Encoded categorical variables.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Feature scaling applied.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Train-Test Split (80-20).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Machine Learning Models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Logistic Regression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Random Forest Classifier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Decision Tree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Support Vector Machine (SVM)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Model Training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Model trained on training dataset.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Hyperparameter tuning performed.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Cross-validation applied.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Model Evaluation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Accuracy Score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Confusion Matrix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Precision &amp; Recall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Results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Random Forest achieved highest accuracy.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Improved prediction performance.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Helps businesses take proactive action.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 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540000" y="2340000"/>
            <a:ext cx="8100000" cy="34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360000" y="3375000"/>
            <a:ext cx="8640000" cy="14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540000" y="2520000"/>
            <a:ext cx="8146440" cy="9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 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457200" y="1800000"/>
            <a:ext cx="8229240" cy="307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 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176040" y="1831320"/>
            <a:ext cx="8643960" cy="356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 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42480" y="1815840"/>
            <a:ext cx="9143640" cy="325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 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180000" y="1620000"/>
            <a:ext cx="8640000" cy="37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1260000" y="1800000"/>
            <a:ext cx="7067160" cy="37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42480" y="1620000"/>
            <a:ext cx="8777520" cy="50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 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540000" y="1711800"/>
            <a:ext cx="8100000" cy="386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 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42480" y="1558080"/>
            <a:ext cx="8957520" cy="456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720000" y="2515680"/>
            <a:ext cx="7920000" cy="186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 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720000" y="1980000"/>
            <a:ext cx="7883640" cy="306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 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720000" y="2111400"/>
            <a:ext cx="7920000" cy="266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 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344880" y="1800000"/>
            <a:ext cx="8295120" cy="404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360000"/>
            <a:ext cx="822924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 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540000" y="1620000"/>
            <a:ext cx="8161560" cy="43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Code &amp; Screen Shots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344880" y="2160000"/>
            <a:ext cx="8295120" cy="224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Conclusion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ML effectively predicts customer satisfaction.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Can improve customer retention.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Future scope: Deploy as web application.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View_PPTX_PLUS/7.4.0.3$Windows_X86_64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2026-02-21T10:31:11Z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