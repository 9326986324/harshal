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65C2AE-1A15-4CB2-901F-F8F71DD99AD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D8639C-E5EC-4EAF-8851-BC1D0093484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5B7E33-79A4-425F-8F14-847F763AD3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ADDED9-F5B1-4BF5-9600-C54E9FEB438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848B96-4B98-4A01-BB36-E3E4B00457B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4F9277-01C7-42CB-A42C-2721D74632F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1D0687-9ABB-4576-9C49-4FD46BB7E24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4637BD-CCDA-4BAA-98D5-2ED96BA3320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A1FC8F-7218-4C65-B0AF-B199DD53CFA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D85985-EC76-4B7D-97C1-4AB2849A4DB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4F216F-9E0B-4D52-B4E7-D3E7C9C258E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1C2D08-27C3-4597-AA63-1A54E0F70AE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6965DA-AF8E-40E5-9FF3-26307A6DC5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382753-15AC-467C-8216-5A6A31A601D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961AA1-5109-4DC2-A0DC-2406594A3A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71F65B-1008-414B-AAA7-094DE894C30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CCD636-6BE1-41D6-8F3B-0F1AC5210B7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333846-044D-484C-A4F5-BB13212431D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3D643C-8179-40CE-874D-AA67373B24F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EBDB30-E3FA-4EFF-B401-441A8DB13EF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61A29C-6D5D-4FFA-9129-5A025625187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F6B4B0-3EA8-4061-8D64-DAD0B8033F8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CE0CF9-3030-4F2E-9E1A-E839176EE7F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BBBAC2-5B54-44F2-BD5D-10786A841B3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en-IN" sz="1400" spc="-1" strike="noStrike"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1DBE38F-5E9B-4EB1-9A1F-0AE0688AF416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en-IN" sz="1400" spc="-1" strike="noStrike"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BADD7B7-F5AE-4E45-9DD8-34775BB4629A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Data Science Job Salaries Prediction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Introduction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Data Science is one of the highest paying IT domains.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Salary varies based on role, experience, location &amp; skills.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Machine Learning can predict salaries based on features.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Problem Statement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Predict salary of a data science professional.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Use historical salary dataset.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Build regression model for prediction.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Dataset Overview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Dataset: Data Science Job Salaries Dataset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Features: Experience Level, Job Title, Company Size,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Employment Type, Remote Ratio, Location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Target: Salary (USD)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Machine Learning Workflow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1. Data Collection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2. Data Cleaning &amp; Preprocessing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3. Feature Encoding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4. Train-Test Split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5. Model Training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6. Evaluation &amp; Prediction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Data Preprocessing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Handle missing values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Encode categorical variables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Feature scaling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Remove outliers (if any)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Algorithms Used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Linear Regression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Random Forest Regressor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Decision Tree Regressor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Model Training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Split dataset into 80% Training &amp; 20% Testing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Train regression model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Hyperparameter tuning using GridSearchCV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Model Evaluation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R² Score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Mean Absolute Error (MAE)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Mean Squared Error (MSE)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Compare model performance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Results &amp; Insights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Experience level strongly impacts salary.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ML Engineers &amp; Data Scientists earn highest.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Remote jobs may influence salary range.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Future Improvements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Add more real-time datasets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Deploy as web salary predictor app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Integrate dashboard visualization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Continuous model retraining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                    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Code &amp; ScreenShots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540000" y="3095280"/>
            <a:ext cx="8280000" cy="700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             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Code &amp; ScreenShots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7" name="" descr=""/>
          <p:cNvPicPr/>
          <p:nvPr/>
        </p:nvPicPr>
        <p:blipFill>
          <a:blip r:embed="rId1"/>
          <a:stretch/>
        </p:blipFill>
        <p:spPr>
          <a:xfrm>
            <a:off x="42480" y="1938600"/>
            <a:ext cx="8957520" cy="3014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                   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Code &amp; ScreenShots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9" name="" descr=""/>
          <p:cNvPicPr/>
          <p:nvPr/>
        </p:nvPicPr>
        <p:blipFill>
          <a:blip r:embed="rId1"/>
          <a:stretch/>
        </p:blipFill>
        <p:spPr>
          <a:xfrm>
            <a:off x="42480" y="1798560"/>
            <a:ext cx="8957520" cy="3294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                  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Code &amp; ScreenShots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11" name="" descr=""/>
          <p:cNvPicPr/>
          <p:nvPr/>
        </p:nvPicPr>
        <p:blipFill>
          <a:blip r:embed="rId1"/>
          <a:stretch/>
        </p:blipFill>
        <p:spPr>
          <a:xfrm>
            <a:off x="180000" y="1620000"/>
            <a:ext cx="8783640" cy="4213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                     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Code &amp; ScreenShots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13" name="" descr=""/>
          <p:cNvPicPr/>
          <p:nvPr/>
        </p:nvPicPr>
        <p:blipFill>
          <a:blip r:embed="rId1"/>
          <a:stretch/>
        </p:blipFill>
        <p:spPr>
          <a:xfrm>
            <a:off x="347040" y="1519560"/>
            <a:ext cx="8652960" cy="387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                     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Code &amp; ScreenShots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15" name="" descr=""/>
          <p:cNvPicPr/>
          <p:nvPr/>
        </p:nvPicPr>
        <p:blipFill>
          <a:blip r:embed="rId1"/>
          <a:stretch/>
        </p:blipFill>
        <p:spPr>
          <a:xfrm>
            <a:off x="42480" y="1164600"/>
            <a:ext cx="8777520" cy="4562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                 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Code &amp; ScreenShots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17" name="" descr=""/>
          <p:cNvPicPr/>
          <p:nvPr/>
        </p:nvPicPr>
        <p:blipFill>
          <a:blip r:embed="rId1"/>
          <a:stretch/>
        </p:blipFill>
        <p:spPr>
          <a:xfrm>
            <a:off x="42480" y="2120040"/>
            <a:ext cx="8777520" cy="2651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                      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Code &amp; ScreenShots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19" name="" descr=""/>
          <p:cNvPicPr/>
          <p:nvPr/>
        </p:nvPicPr>
        <p:blipFill>
          <a:blip r:embed="rId1"/>
          <a:stretch/>
        </p:blipFill>
        <p:spPr>
          <a:xfrm>
            <a:off x="8280" y="1379880"/>
            <a:ext cx="9101520" cy="414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                     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Code &amp; ScreenShots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21" name="" descr=""/>
          <p:cNvPicPr/>
          <p:nvPr/>
        </p:nvPicPr>
        <p:blipFill>
          <a:blip r:embed="rId1"/>
          <a:stretch/>
        </p:blipFill>
        <p:spPr>
          <a:xfrm>
            <a:off x="42480" y="3032280"/>
            <a:ext cx="8957520" cy="82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                 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Code &amp; ScreenShots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900000" y="1435320"/>
            <a:ext cx="8321040" cy="3424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Conclusion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Machine Learning helps in salary prediction.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Useful for students &amp; job seekers.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Helps companies benchmark compensation.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View_PPTX_PLUS/7.4.0.3$Windows_X86_64 LibreOffice_project/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2026-02-22T14:28:07Z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