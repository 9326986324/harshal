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BF8E6C-740E-45CF-9439-6579153F8A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511E69-B848-4E69-B9A3-FCB9CD3324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78B064-2402-42BE-8032-AECC557AC2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683685-7159-4164-91A0-4040B21023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1019EC-C32E-40D4-923D-85F222391D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D49ED5-5484-41B1-A4FF-7F6E136B26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DCB16A-9CF9-45BB-AF8C-73D4D155FE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88FCB0-2AE0-45CF-93F1-D2FB579376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BCC127-C11C-47A3-B1BF-1928A8730B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E25E9F-6B96-42C5-9D21-58A62E130C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5373EE-96A4-4597-A6C9-DC1A6F1F4A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81ED04-E7F3-4B8F-9143-A946FCAC40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4D9D8F-8AEE-406F-A7EC-7C1B582961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EA4BE3-0021-4CCE-B501-44110DADF2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785AE4-1E50-40DE-B0F1-F6E5E0B3BC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73950E-AE30-4E9F-B5FE-FFA09FEDFA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712E9F-0A5F-48F1-B900-0C2E4E6856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C31660-9928-4910-A394-84E89E8E1C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54F134-B116-43D1-B5AA-030671012C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13F697-7656-4C0E-9B70-FE31E08EA8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8982412-8BFB-47A1-A2E7-B9CF101214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540FCC-84E8-4A42-9E7E-A590EF4A6D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3B8BD5-7CEE-4722-A7F9-41CD876E88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D54B5A-B4FD-4160-884B-31AD552EAC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A953A9-504E-4013-A12E-E8A0BC07B87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9C197C-A95F-433B-954C-45BAA908583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Iris Classification using Machine Learning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Introduction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Iris classification is a supervised machine learning problem.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Goal: Classify iris flowers into three species.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It is one of the most famous beginner ML datasets.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Used for learning classification algorithms.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Dataset Overview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Dataset: Iris Dataset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Total Samples: 150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Features: 4 (Sepal Length, Sepal Width, Petal Length, Petal Width)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Target Classes: Setosa, Versicolor, Virginica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Problem Statement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Given flower measurements,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Predict the species of the iris flower.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Multi-class classification problem.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Machine Learning Workflow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1. Import Dataset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2. Data Preprocessing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3. Train-Test Split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4. Model Training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5. Model Evaluation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6. Prediction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 Preprocessing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Check for missing values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 selection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Encoding labels (if needed)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 normalization (optional)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Algorithms Used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Logistic Regression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K-Nearest Neighbors (KNN)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Decision Tree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Random Forest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Support Vector Machine (SVM)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Training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Split dataset into Training (80%) and Testing (20%)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Train selected model on training data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Adjust hyperparameters if required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Evaluation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Accuracy Score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Confusion Matrix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Classification Report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Cross Validation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Results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Iris dataset usually achieves 95%+ accuracy.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Setosa is easily separable.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Versicolor and Virginica slightly overlap.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457200" y="1860120"/>
            <a:ext cx="8542440" cy="353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40000" y="2700000"/>
            <a:ext cx="8099640" cy="150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82760" y="1545120"/>
            <a:ext cx="8336880" cy="399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1440000" y="1980000"/>
            <a:ext cx="9143280" cy="33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42480" y="1260000"/>
            <a:ext cx="8957160" cy="457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0" y="2182680"/>
            <a:ext cx="9143280" cy="252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42480" y="1418760"/>
            <a:ext cx="9101160" cy="470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0" y="2840400"/>
            <a:ext cx="8999640" cy="121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Iris classification demonstrates basic ML concepts.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Multiple algorithms can solve it effectively.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Useful for understanding supervised learning.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Future Improvements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Hyperparameter tuning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Try advanced ensemble methods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Deploy as web application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Add visualization dashboards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View_PPTX_PLUS/7.4.0.3$Windows_X86_64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2026-02-21T12:23:07Z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